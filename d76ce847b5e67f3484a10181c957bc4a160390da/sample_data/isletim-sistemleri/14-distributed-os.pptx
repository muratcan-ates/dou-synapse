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Dağıtık Sistemlerde İşletim Sistemi Konuları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İşletim Sistemleri — Konu 14</a:t>
            </a:r>
          </a:p>
          <a:p>
            <a:r>
              <a:t>DOU-Synapse örnek ders materyali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Dağıtık Sistem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Birden çok bağımsız bilgisayarın kullanıcıya tek bir tutarlı sistem gibi görünmesidir.</a:t>
            </a:r>
          </a:p>
          <a:p>
            <a:pPr/>
            <a:r>
              <a:rPr sz="1500"/>
              <a:t>Bileşenler yalnız mesajlaşarak haberleşir; paylaşılan bir bellek ve paylaşılan bir saat yoktur.</a:t>
            </a:r>
          </a:p>
          <a:p>
            <a:pPr/>
            <a:r>
              <a:rPr sz="1500"/>
              <a:t>Bu iki eksik, tek makineli işletim sistemi bilgisinin doğrudan aktarılamamasının sebebidir.</a:t>
            </a:r>
          </a:p>
          <a:p>
            <a:pPr/>
            <a:r>
              <a:rPr sz="1500"/>
              <a:t>Kazanç ölçeklenebilirlik, coğrafi dağıtım ve arızaya dayanıklılıktır; bedel karmaşıklıktır.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Dağıtık Hesaplamanın Yanılgıları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Ağ güvenilirdir: değildir, paketler düşer.</a:t>
            </a:r>
          </a:p>
          <a:p>
            <a:pPr/>
            <a:r>
              <a:rPr sz="1500"/>
              <a:t>Gecikme sıfırdır: değildir ve ışık hızı bir alt sınır koyar.</a:t>
            </a:r>
          </a:p>
          <a:p>
            <a:pPr/>
            <a:r>
              <a:rPr sz="1500"/>
              <a:t>Bant genişliği sonsuzdur, ağ güvenlidir, topoloji değişmez, tek bir yönetici vardır.</a:t>
            </a:r>
          </a:p>
          <a:p>
            <a:pPr/>
            <a:r>
              <a:rPr sz="1500"/>
              <a:t>Bu sekiz varsayım Peter Deutsch tarafından derlenmiştir; her biri yerel geliştirmede doğru görünür ve üretimde yanlış çıkar.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Kısmi Arıza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Tek makinede bir bileşen ya çalışır ya çöker; dağıtık sistemde bir düğüm çalışırken diğeri çökmüş olabilir.</a:t>
            </a:r>
          </a:p>
          <a:p>
            <a:pPr/>
            <a:r>
              <a:rPr sz="1500"/>
              <a:t>Daha kötüsü, çökmüş bir düğüm ile yavaş bir düğüm dışarıdan ayırt edilemez.</a:t>
            </a:r>
          </a:p>
          <a:p>
            <a:pPr/>
            <a:r>
              <a:rPr sz="1500"/>
              <a:t>Zaman aşımı tek pratik teşhis aracıdır ve kesin değildir: kısa zaman aşımı sağlıklı düğümü ölü ilan eder, uzun zaman aşımı tepkiyi geciktirir.</a:t>
            </a:r>
          </a:p>
          <a:p>
            <a:pPr/>
            <a:r>
              <a:rPr sz="1500"/>
              <a:t>Bu belirsizlik, dağıtık algoritmaların neden bu kadar karmaşık olduğunun temel sebebidir.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Fiziksel Saat Senkronizasyonu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Her makinenin kendi kristal saati vardır ve bunlar birbirinden kayar (clock drift).</a:t>
            </a:r>
          </a:p>
          <a:p>
            <a:pPr/>
            <a:r>
              <a:rPr sz="1500"/>
              <a:t>NTP (Network Time Protocol), gidiş-dönüş süresini ölçerek bir referans sunucuya göre yerel saati düzeltir.</a:t>
            </a:r>
          </a:p>
          <a:p>
            <a:pPr/>
            <a:r>
              <a:rPr sz="1500"/>
              <a:t>Saat asla geriye alınmaz; geriye almak zaman damgalarının sırasını bozar. Bunun yerine saat hızı geçici olarak yavaşlatılır.</a:t>
            </a:r>
          </a:p>
          <a:p>
            <a:pPr/>
            <a:r>
              <a:rPr sz="1500"/>
              <a:t>Milisaniye altı doğruluk gerekiyorsa PTP veya GPS gibi donanım destekli yöntemler gerekir.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Mantıksal Saatler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Çoğu problemde gereken şey gerçek zaman değil, olayların sırasıdır.</a:t>
            </a:r>
          </a:p>
          <a:p>
            <a:pPr/>
            <a:r>
              <a:rPr sz="1500"/>
              <a:t>Lamport mantıksal saati her düğümde bir sayaç tutar: yerel olayda artırılır, mesajla gönderilir, alınırken maksimum alınıp bir artırılır.</a:t>
            </a:r>
          </a:p>
          <a:p>
            <a:pPr/>
            <a:r>
              <a:rPr sz="1500"/>
              <a:t>Kural şudur: a olayı b'den önce geldiyse C(a) &lt; C(b). Tersi doğru değildir.</a:t>
            </a:r>
          </a:p>
          <a:p>
            <a:pPr/>
            <a:r>
              <a:rPr sz="1500"/>
              <a:t>Yani sayaçlara bakarak iki olayın gerçekten sıralı mı yoksa eşzamanlı mı olduğu anlaşılamaz.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Vektör Saatler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Her düğüm, tüm düğümlerin sayaçlarından oluşan bir vektör tutar.</a:t>
            </a:r>
          </a:p>
          <a:p>
            <a:pPr/>
            <a:r>
              <a:rPr sz="1500"/>
              <a:t>Mesaj alındığında vektörler eleman bazında maksimum alınarak birleştirilir.</a:t>
            </a:r>
          </a:p>
          <a:p>
            <a:pPr/>
            <a:r>
              <a:rPr sz="1500"/>
              <a:t>Vektör saatler nedenselliği tam olarak yakalar: iki olayın eşzamanlı olup olmadığı karşılaştırmayla anlaşılır.</a:t>
            </a:r>
          </a:p>
          <a:p>
            <a:pPr/>
            <a:r>
              <a:rPr sz="1500"/>
              <a:t>Bedeli, düğüm sayısıyla büyüyen mesaj yüküdür.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Dağıtık Karşılıklı Dışlama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Merkezi yaklaşım: bir koordinatör kilit dağıtır. Basittir ama koordinatör tek arıza noktasıdır.</a:t>
            </a:r>
          </a:p>
          <a:p>
            <a:pPr/>
            <a:r>
              <a:rPr sz="1500"/>
              <a:t>Belirteç halkası (token ring): kilit hakkı halkada dolaşan bir belirteçtir. Belirteç kaybolursa yeniden üretilmesi gerekir.</a:t>
            </a:r>
          </a:p>
          <a:p>
            <a:pPr/>
            <a:r>
              <a:rPr sz="1500"/>
              <a:t>Dağıtık algoritma (Ricart-Agrawala): girmek isteyen düğüm herkese sorar ve tüm izinleri bekler.</a:t>
            </a:r>
          </a:p>
          <a:p>
            <a:pPr/>
            <a:r>
              <a:rPr sz="1500"/>
              <a:t>Dağıtık çözüm tek arıza noktasını kaldırır ama mesaj sayısını ve arıza durumlarını artırır.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Lider Seçimi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Birçok algoritma bir koordinatöre ihtiyaç duyar; koordinatör çökerse yenisi seçilmelidir.</a:t>
            </a:r>
          </a:p>
          <a:p>
            <a:pPr/>
            <a:r>
              <a:rPr sz="1500"/>
              <a:t>Zorba (bully) algoritmasında en yüksek kimlikli çalışan düğüm lider olur; daha yüksek kimlikli bir düğüm dönerse liderliği devralır.</a:t>
            </a:r>
          </a:p>
          <a:p>
            <a:pPr/>
            <a:r>
              <a:rPr sz="1500"/>
              <a:t>Halka algoritmasında seçim mesajı halkada dolaşır ve en yüksek kimlik toplanır.</a:t>
            </a:r>
          </a:p>
          <a:p>
            <a:pPr/>
            <a:r>
              <a:rPr sz="1500"/>
              <a:t>Ağ bölünmesi sırasında iki tarafın ayrı lider seçmesi ihtimali vardır; buna split-brain denir ve veri bozulmasına yol açar.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İki Fazlı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Birden çok düğümde atomik bir işlem yapmayı hedefler: ya hepsi uygular ya hiçbiri.</a:t>
            </a:r>
          </a:p>
          <a:p>
            <a:pPr/>
            <a:r>
              <a:rPr sz="1500"/>
              <a:t>Birinci faz: koordinatör tüm katılımcılara hazır mısın diye sorar, her biri hazır ya da iptal yanıtı verir.</a:t>
            </a:r>
          </a:p>
          <a:p>
            <a:pPr/>
            <a:r>
              <a:rPr sz="1500"/>
              <a:t>İkinci faz: tüm yanıtlar hazır ise commit, aksi halde abort komutu gönderilir.</a:t>
            </a:r>
          </a:p>
          <a:p>
            <a:pPr/>
            <a:r>
              <a:rPr sz="1500"/>
              <a:t>Katılımcı hazır dediği anda kararı koordinatöre devretmiş olur ve tek başına vazgeçemez.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İki Fazlı Commit'in Zayıflığı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Koordinatör, katılımcılar hazır dedikten sonra çökerse katılımcılar süresiz bekler; kaynaklar kilitli kalır.</a:t>
            </a:r>
          </a:p>
          <a:p>
            <a:pPr/>
            <a:r>
              <a:rPr sz="1500"/>
              <a:t>Bu duruma engelleyici (blocking) protokol denir ve 2PC'nin bilinen temel kusurudur.</a:t>
            </a:r>
          </a:p>
          <a:p>
            <a:pPr/>
            <a:r>
              <a:rPr sz="1500"/>
              <a:t>Üç fazlı commit ek bir faz ekleyerek engellemeyi azaltır ama ağ bölünmesinde doğruluğu garanti etmez.</a:t>
            </a:r>
          </a:p>
          <a:p>
            <a:pPr/>
            <a:r>
              <a:rPr sz="1500"/>
              <a:t>Pratikte çözüm, koordinatörün kararını kalıcı bir günlüğe yazması ve yeniden başladığında kaldığı yerden devam etmesidir.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Konsensüs Problemi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Konsensüs, birden çok düğümün tek bir değer üzerinde anlaşmasıdır.</a:t>
            </a:r>
          </a:p>
          <a:p>
            <a:pPr/>
            <a:r>
              <a:rPr sz="1500"/>
              <a:t>Üç özellik istenir: anlaşma (hepsi aynı değeri seçer), geçerlilik (seçilen değer önerilenlerden biridir) ve sonlanma.</a:t>
            </a:r>
          </a:p>
          <a:p>
            <a:pPr/>
            <a:r>
              <a:rPr sz="1500"/>
              <a:t>FLP imkânsızlık sonucu şunu söyler: tamamen asenkron bir sistemde tek bir düğüm bile çökebiliyorsa, her zaman sonlanan bir konsensüs algoritması yoktur.</a:t>
            </a:r>
          </a:p>
          <a:p>
            <a:pPr/>
            <a:r>
              <a:rPr sz="1500"/>
              <a:t>Pratik algoritmalar bu sonucu zaman aşımı gibi kısmi senkronluk varsayımlarıyla aşar.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Paxos ve 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Paxos, çoğunluk (quorum) temelli klasik konsensüs algoritmasıdır; doğru ama anlaşılması zordur.</a:t>
            </a:r>
          </a:p>
          <a:p>
            <a:pPr/>
            <a:r>
              <a:rPr sz="1500"/>
              <a:t>Raft aynı garantileri verir ve anlaşılırlık hedefiyle tasarlanmıştır: lider seçimi, günlük çoğaltma ve güvenlik olarak üç parçaya ayrılır.</a:t>
            </a:r>
          </a:p>
          <a:p>
            <a:pPr/>
            <a:r>
              <a:rPr sz="1500"/>
              <a:t>Her ikisi de N düğümden çoğunluğun (N/2 + 1) çalışmasını gerektirir; bu yüzden düğüm sayısı tek seçilir.</a:t>
            </a:r>
          </a:p>
          <a:p>
            <a:pPr/>
            <a:r>
              <a:rPr sz="1500"/>
              <a:t>Beş düğümlü bir küme iki düğüm kaybına dayanır; dört düğümlü küme de yalnız bir kayba dayanır, yani dördüncü düğüm dayanıklılık eklemez.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 Teoremi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Bir dağıtık veri deposu tutarlılık (C), kullanılabilirlik (A) ve bölünme toleransı (P) özelliklerinden aynı anda en fazla ikisini sağlayabilir.</a:t>
            </a:r>
          </a:p>
          <a:p>
            <a:pPr/>
            <a:r>
              <a:rPr sz="1500"/>
              <a:t>Ağ bölünmesi bir tasarım tercihi değildir, gerçekleşir; dolayısıyla P vazgeçilemez.</a:t>
            </a:r>
          </a:p>
          <a:p>
            <a:pPr/>
            <a:r>
              <a:rPr sz="1500"/>
              <a:t>Gerçek seçim bölünme sırasında yapılır: tutarlılığı korumak için istek reddedilecek mi, yoksa eski veriyle yanıt verilecek mi?</a:t>
            </a:r>
          </a:p>
          <a:p>
            <a:pPr/>
            <a:r>
              <a:rPr sz="1500"/>
              <a:t>Yaygın yanlış okuma, CAP'in her zaman iki özellik seçtirdiğidir; bölünme yokken hem C hem A sağlanabilir.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Tutarlılık Modelleri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Katı (strict) tutarlılık: her okuma en son yazmayı görür. Tek makinede bile pahalıdır.</a:t>
            </a:r>
          </a:p>
          <a:p>
            <a:pPr/>
            <a:r>
              <a:rPr sz="1500"/>
              <a:t>Ardışık (sequential) tutarlılık: tüm düğümler işlemleri aynı sırada görür, ama bu sıra gerçek zamana uymayabilir.</a:t>
            </a:r>
          </a:p>
          <a:p>
            <a:pPr/>
            <a:r>
              <a:rPr sz="1500"/>
              <a:t>Nedensel (causal) tutarlılık: nedensel bağı olan işlemler her yerde aynı sırada görülür; bağımsız olanlar farklı sırada görülebilir.</a:t>
            </a:r>
          </a:p>
          <a:p>
            <a:pPr/>
            <a:r>
              <a:rPr sz="1500"/>
              <a:t>Nihai (eventual) tutarlılık: yeni yazma olmazsa tüm kopyalar zamanla aynı değere yakınsar.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Çoğaltma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Veriyi birden çok düğümde tutmak okuma başarımını ve dayanıklılığı artırır.</a:t>
            </a:r>
          </a:p>
          <a:p>
            <a:pPr/>
            <a:r>
              <a:rPr sz="1500"/>
              <a:t>Tek liderli (primary-backup) çoğaltmada tüm yazmalar lidere gider; sıralama basittir, lider darboğazdır.</a:t>
            </a:r>
          </a:p>
          <a:p>
            <a:pPr/>
            <a:r>
              <a:rPr sz="1500"/>
              <a:t>Çok liderli çoğaltmada yazmalar herhangi bir düğüme gidebilir ve çakışmaların çözülmesi gerekir.</a:t>
            </a:r>
          </a:p>
          <a:p>
            <a:pPr/>
            <a:r>
              <a:rPr sz="1500"/>
              <a:t>Çakışma çözümünde son yazan kazanır kuralı basittir ama veri kaybettirir; birleştirilebilir veri tipleri (CRDT) bu kaybı önler.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Dağıtık Dosya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NFS istemcilerin uzak dizinleri yerel gibi bağlamasını sağlar; durumsuz (stateless) tasarımı sunucu yeniden başlatmalarını kolaylaştırır.</a:t>
            </a:r>
          </a:p>
          <a:p>
            <a:pPr/>
            <a:r>
              <a:rPr sz="1500"/>
              <a:t>Önbellekleme başarım için zorunludur ama tutarlılığı zorlaştırır: bir istemcinin yazdığını diğeri ne zaman görecek?</a:t>
            </a:r>
          </a:p>
          <a:p>
            <a:pPr/>
            <a:r>
              <a:rPr sz="1500"/>
              <a:t>NFS bu soruya kesin bir cevap vermez; kapat-sonra-aç (close-to-open) tutarlılığı sunar.</a:t>
            </a:r>
          </a:p>
          <a:p>
            <a:pPr/>
            <a:r>
              <a:rPr sz="1500"/>
              <a:t>HDFS gibi sistemler farklı bir ödünleşim seçer: dosyalar bir kez yazılır, çok kez okunur ve büyük bloklar halinde saklanır.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Dağıtık sistemin iki eksiği paylaşılan bellek ve paylaşılan saattir; tüm karmaşıklık buradan doğar.</a:t>
            </a:r>
          </a:p>
          <a:p>
            <a:pPr/>
            <a:r>
              <a:rPr sz="1500"/>
              <a:t>Mantıksal saatler sıralama sorununu, konsensüs algoritmaları anlaşma sorununu çözer.</a:t>
            </a:r>
          </a:p>
          <a:p>
            <a:pPr/>
            <a:r>
              <a:rPr sz="1500"/>
              <a:t>2PC atomikliği sağlar ama koordinatör arızasında engeller; Paxos ve Raft çoğunlukla çalışmaya devam eder.</a:t>
            </a:r>
          </a:p>
          <a:p>
            <a:pPr/>
            <a:r>
              <a:rPr sz="1500"/>
              <a:t>CAP teoremi bir seçim dayatmaz, ağ bölündüğünde hangi özelliğin feda edileceğini önceden düşünmeye zorlar.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Dağıtık Sistemlerde İşletim Sistemi Konuları</dc:title>
  <dc:subject>İşletim Sistemleri — Konu 14</dc:subject>
  <dc:creator>DOU-Synapse takımı</dc:creator>
  <cp:keywords/>
  <dc:description>sample_data/generate_material.py ile üretildi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