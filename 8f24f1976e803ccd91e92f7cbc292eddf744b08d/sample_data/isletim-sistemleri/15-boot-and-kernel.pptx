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Açılış Süreci ve Çekirdek Mimarileri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İşletim Sistemleri — Konu 15</a:t>
            </a:r>
          </a:p>
          <a:p>
            <a:r>
              <a:t>DOU-Synapse örnek ders materyali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Açılışta İlk Adım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Güç verildiğinde işlemci bellekte hiçbir program olmadığını bilmez; sabit bir adresten komut okumaya başlar.</a:t>
            </a:r>
          </a:p>
          <a:p>
            <a:pPr/>
            <a:r>
              <a:rPr sz="1500"/>
              <a:t>Bu adres kalıcı bellektedir (ROM / flash) ve içinde ürün yazılımı (firmware) bulunur.</a:t>
            </a:r>
          </a:p>
          <a:p>
            <a:pPr/>
            <a:r>
              <a:rPr sz="1500"/>
              <a:t>Ürün yazılımı önce POST (Power-On Self-Test) ile temel donanımı sınar.</a:t>
            </a:r>
          </a:p>
          <a:p>
            <a:pPr/>
            <a:r>
              <a:rPr sz="1500"/>
              <a:t>Sonra önyükleyiciyi (bootloader) bulup belleğe yükler ve denetimi ona devreder.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BIOS ve UEFI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BIOS eski standarttır: 16 bit gerçek kipte çalışır, diskin ilk sektöründeki MBR'yi okur.</a:t>
            </a:r>
          </a:p>
          <a:p>
            <a:pPr/>
            <a:r>
              <a:rPr sz="1500"/>
              <a:t>MBR yalnız 512 bayttır ve bunun 446 baytı koda ayrılır; bu yüzden gerçek önyükleyici birden çok aşamaya bölünür.</a:t>
            </a:r>
          </a:p>
          <a:p>
            <a:pPr/>
            <a:r>
              <a:rPr sz="1500"/>
              <a:t>UEFI modern standarttır: 32/64 bit çalışır, dosya sistemini kendi okur ve önyükleyiciyi bir EFI bölümündeki dosyadan yükler.</a:t>
            </a:r>
          </a:p>
          <a:p>
            <a:pPr/>
            <a:r>
              <a:rPr sz="1500"/>
              <a:t>UEFI ayrıca Secure Boot sunar: yalnız imzası doğrulanan önyükleyici çalıştırılır.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Önyükleyici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Görevi çekirdeği diskten belleğe yüklemek ve ona parametre geçirmektir.</a:t>
            </a:r>
          </a:p>
          <a:p>
            <a:pPr/>
            <a:r>
              <a:rPr sz="1500"/>
              <a:t>GRUB, systemd-boot ve Windows Boot Manager yaygın örneklerdir.</a:t>
            </a:r>
          </a:p>
          <a:p>
            <a:pPr/>
            <a:r>
              <a:rPr sz="1500"/>
              <a:t>Birden çok işletim sistemi kuruluysa seçim menüsünü sunan katman budur.</a:t>
            </a:r>
          </a:p>
          <a:p>
            <a:pPr/>
            <a:r>
              <a:rPr sz="1500"/>
              <a:t>Çekirdek parametreleri buradan verilir; kurtarma kipine geçmek ya da bir sürücüyü devre dışı bırakmak bu satırda yapılır.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Çekirdeğin İlk İşleri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Kendini açar (çoğu çekirdek imajı sıkıştırılmış saklanır) ve korumalı kipe geçer.</a:t>
            </a:r>
          </a:p>
          <a:p>
            <a:pPr/>
            <a:r>
              <a:rPr sz="1500"/>
              <a:t>Bellek haritasını ürün yazılımından alır ve fiziksel bellek yöneticisini kurar.</a:t>
            </a:r>
          </a:p>
          <a:p>
            <a:pPr/>
            <a:r>
              <a:rPr sz="1500"/>
              <a:t>Kesme vektör tablosunu yerleştirir ve kesmeleri açar.</a:t>
            </a:r>
          </a:p>
          <a:p>
            <a:pPr/>
            <a:r>
              <a:rPr sz="1500"/>
              <a:t>Zamanlayıcıyı başlatır ve ilk kullanıcı sürecini oluşturur.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initramfs Neden Var?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Kök dosya sistemi bir RAID dizisinde ya da şifreli bir birimde olabilir; onu okumak için sürücü gerekir.</a:t>
            </a:r>
          </a:p>
          <a:p>
            <a:pPr/>
            <a:r>
              <a:rPr sz="1500"/>
              <a:t>O sürücü de kök dosya sisteminde durur: yumurta-tavuk problemi.</a:t>
            </a:r>
          </a:p>
          <a:p>
            <a:pPr/>
            <a:r>
              <a:rPr sz="1500"/>
              <a:t>initramfs, belleğe yüklenen geçici küçük bir kök dosya sistemidir ve gerekli sürücüleri içerir.</a:t>
            </a:r>
          </a:p>
          <a:p>
            <a:pPr/>
            <a:r>
              <a:rPr sz="1500"/>
              <a:t>Gerçek kök bağlandıktan sonra denetim ona devredilir (switch_root) ve geçici sistem serbest bırakılır.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İlk Kullanıcı Süreci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Çekirdek PID 1 olan ilk süreci başlatır; bu süreç asla ölmemelidir.</a:t>
            </a:r>
          </a:p>
          <a:p>
            <a:pPr/>
            <a:r>
              <a:rPr sz="1500"/>
              <a:t>PID 1 öldüğünde çekirdek panic verir, çünkü öksüz süreçleri sahiplenecek kimse kalmaz.</a:t>
            </a:r>
          </a:p>
          <a:p>
            <a:pPr/>
            <a:r>
              <a:rPr sz="1500"/>
              <a:t>Geleneksel init, çalışma seviyelerine (runlevel) göre kabuk betikleri çalıştırırdı; sıralı olduğu için yavaştı.</a:t>
            </a:r>
          </a:p>
          <a:p>
            <a:pPr/>
            <a:r>
              <a:rPr sz="1500"/>
              <a:t>systemd bağımlılık grafiğine göre hizmetleri paralel başlatır ve soket etkinleştirmesiyle açılışı hızlandırır.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Kapanış Süreci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Kapanış açılışın tersi değildir; kritik olan verinin diske yazılmasıdır.</a:t>
            </a:r>
          </a:p>
          <a:p>
            <a:pPr/>
            <a:r>
              <a:rPr sz="1500"/>
              <a:t>Süreçlere önce SIGTERM gönderilir, tanınan süreye rağmen kapanmayanlara SIGKILL uygulanır.</a:t>
            </a:r>
          </a:p>
          <a:p>
            <a:pPr/>
            <a:r>
              <a:rPr sz="1500"/>
              <a:t>Dosya sistemi tamponları boşaltılır (sync) ve birimler salt okunur olarak yeniden bağlanır.</a:t>
            </a:r>
          </a:p>
          <a:p>
            <a:pPr/>
            <a:r>
              <a:rPr sz="1500"/>
              <a:t>Bu adımlar atlanırsa dosya sistemi tutarsız kalır; günlükleyen (journaling) dosya sistemleri bu durumda kurtarma yapabilir.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 Çağrısı Mekanizması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Kullanıcı süreci çekirdeğe doğrudan atlayamaz; özel bir komut kullanır.</a:t>
            </a:r>
          </a:p>
          <a:p>
            <a:pPr/>
            <a:r>
              <a:rPr sz="1500"/>
              <a:t>x86-64'te bu komut syscall'dır; eski sistemlerde int 0x80 yazılım kesmesi kullanılırdı.</a:t>
            </a:r>
          </a:p>
          <a:p>
            <a:pPr/>
            <a:r>
              <a:rPr sz="1500"/>
              <a:t>Çağrı numarası bir yazmaca (rax) konur, argümanlar belirli yazmaçlara yerleştirilir.</a:t>
            </a:r>
          </a:p>
          <a:p>
            <a:pPr/>
            <a:r>
              <a:rPr sz="1500"/>
              <a:t>Çekirdek numaraya göre sistem çağrısı tablosundan işleyiciyi bulur ve çalıştırır.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 Çağrısının Maliyeti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Ayrıcalık seviyesi değişimi, yazmaç saklama ve kullanıcı belleğinin doğrulanması maliyet yaratır.</a:t>
            </a:r>
          </a:p>
          <a:p>
            <a:pPr/>
            <a:r>
              <a:rPr sz="1500"/>
              <a:t>Bir sistem çağrısı sıradan bir fonksiyon çağrısından yüzlerce kat pahalıdır.</a:t>
            </a:r>
          </a:p>
          <a:p>
            <a:pPr/>
            <a:r>
              <a:rPr sz="1500"/>
              <a:t>vDSO mekanizması bazı çağrıları (gettimeofday gibi) çekirdeğe hiç girmeden karşılar.</a:t>
            </a:r>
          </a:p>
          <a:p>
            <a:pPr/>
            <a:r>
              <a:rPr sz="1500"/>
              <a:t>io_uring gibi arayüzler çok sayıda G/Ç isteğini tek bir çağrıda toplayarak geçiş sayısını azaltır.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Kullanıcı Belleğine Güvenilmez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Sistem çağrısına gelen işaretçiler kullanıcı sürecinden gelir ve doğrulanmadan kullanılamaz.</a:t>
            </a:r>
          </a:p>
          <a:p>
            <a:pPr/>
            <a:r>
              <a:rPr sz="1500"/>
              <a:t>Çekirdek, adresin sürecin adres uzayında olduğunu ve erişimin izinli olduğunu denetler.</a:t>
            </a:r>
          </a:p>
          <a:p>
            <a:pPr/>
            <a:r>
              <a:rPr sz="1500"/>
              <a:t>Veri doğrudan kullanılmaz, çekirdek belleğine kopyalanır (copy_from_user).</a:t>
            </a:r>
          </a:p>
          <a:p>
            <a:pPr/>
            <a:r>
              <a:rPr sz="1500"/>
              <a:t>Denetim ile kullanım arasında geçen sürede sayfanın değiştirilmesi TOCTOU sınıfı bir açıktır.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Monolitik Çekirdek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Dosya sistemi, ağ yığını, sürücüler ve zamanlayıcı tek bir adres uzayında, çekirdek modunda çalışır.</a:t>
            </a:r>
          </a:p>
          <a:p>
            <a:pPr/>
            <a:r>
              <a:rPr sz="1500"/>
              <a:t>Bileşenler birbirini doğrudan fonksiyon çağrısıyla kullanır; bu yüzden hızlıdır.</a:t>
            </a:r>
          </a:p>
          <a:p>
            <a:pPr/>
            <a:r>
              <a:rPr sz="1500"/>
              <a:t>Bir sürücüdeki hata tüm çekirdeği çökertebilir, çünkü koruma sınırı yoktur.</a:t>
            </a:r>
          </a:p>
          <a:p>
            <a:pPr/>
            <a:r>
              <a:rPr sz="1500"/>
              <a:t>Linux ve klasik Unix türevleri bu mimaridedir.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Mikroçekirdek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Çekirdekte yalnız en temel işlevler kalır: adres uzayı yönetimi, thread zamanlama, süreçler arası iletişim.</a:t>
            </a:r>
          </a:p>
          <a:p>
            <a:pPr/>
            <a:r>
              <a:rPr sz="1500"/>
              <a:t>Dosya sistemi ve sürücüler kullanıcı modunda ayrı süreçler olarak çalışır.</a:t>
            </a:r>
          </a:p>
          <a:p>
            <a:pPr/>
            <a:r>
              <a:rPr sz="1500"/>
              <a:t>Çöken bir sürücü yalnız kendi sürecini düşürür ve yeniden başlatılabilir.</a:t>
            </a:r>
          </a:p>
          <a:p>
            <a:pPr/>
            <a:r>
              <a:rPr sz="1500"/>
              <a:t>Bedeli, bileşenlerin fonksiyon çağrısı yerine mesajlaşmasıdır; bu ek yük mikroçekirdeğin klasik eleştirisidir.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Hibrit ve Modüler Yaklaşım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Pratikte saf mimariler nadirdir; sistemler ara noktalarda durur.</a:t>
            </a:r>
          </a:p>
          <a:p>
            <a:pPr/>
            <a:r>
              <a:rPr sz="1500"/>
              <a:t>Windows NT çekirdeği mikroçekirdek fikirlerini alır ama başarım için grafik ve dosya sistemini çekirdeğe taşır.</a:t>
            </a:r>
          </a:p>
          <a:p>
            <a:pPr/>
            <a:r>
              <a:rPr sz="1500"/>
              <a:t>Linux monolitiktir ama yüklenebilir çekirdek modülleriyle (LKM) çalışırken genişletilebilir.</a:t>
            </a:r>
          </a:p>
          <a:p>
            <a:pPr/>
            <a:r>
              <a:rPr sz="1500"/>
              <a:t>Modül, çekirdek adres uzayına yüklenir; yani modülerlik esneklik verir, koruma sınırı vermez.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Ekzokernel ve Unikernel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Ekzokernel, soyutlama sunmak yerine donanımı güvenli biçimde uygulamalara doğrudan tahsis eder.</a:t>
            </a:r>
          </a:p>
          <a:p>
            <a:pPr/>
            <a:r>
              <a:rPr sz="1500"/>
              <a:t>Uygulama kendi dosya sistemi ve bellek yönetimi politikasını kütüphane olarak seçer.</a:t>
            </a:r>
          </a:p>
          <a:p>
            <a:pPr/>
            <a:r>
              <a:rPr sz="1500"/>
              <a:t>Unikernel, uygulama ile çekirdeği tek bir adres uzayında, tek amaçlı bir imaj olarak birleştirir.</a:t>
            </a:r>
          </a:p>
          <a:p>
            <a:pPr/>
            <a:r>
              <a:rPr sz="1500"/>
              <a:t>Bulut ortamında hipervizör zaten yalıtımı sağladığı için bu yaklaşım küçük ve hızlı açılan imajlar üretir.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Çekirdek Mimarilerinin Karşılaştırması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| Ölçüt | Monolitik | Mikroçekirdek |</a:t>
            </a:r>
          </a:p>
          <a:p>
            <a:pPr/>
            <a:r>
              <a:rPr sz="1500"/>
              <a:t>|---|---|---|</a:t>
            </a:r>
          </a:p>
          <a:p>
            <a:pPr/>
            <a:r>
              <a:rPr sz="1500"/>
              <a:t>| Bileşen iletişimi | Fonksiyon çağrısı | Mesajlaşma |</a:t>
            </a:r>
          </a:p>
          <a:p>
            <a:pPr/>
            <a:r>
              <a:rPr sz="1500"/>
              <a:t>| Başarım | Yüksek | Mesaj yükü nedeniyle düşük |</a:t>
            </a:r>
          </a:p>
          <a:p>
            <a:pPr/>
            <a:r>
              <a:rPr sz="1500"/>
              <a:t>| Hata yalıtımı | Zayıf | Güçlü |</a:t>
            </a:r>
          </a:p>
          <a:p>
            <a:pPr/>
            <a:r>
              <a:rPr sz="1500"/>
              <a:t>| Sürücü çökmesi | Sistem çöker | Sürücü yeniden başlar |</a:t>
            </a:r>
          </a:p>
          <a:p>
            <a:pPr/>
            <a:r>
              <a:rPr sz="1500"/>
              <a:t>| Kod tabanı | Büyük | Çekirdek küçük |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Çekirdek Modülü Yönetimi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lsmod yüklü modülleri, modinfo modül bilgisini gösterir.</a:t>
            </a:r>
          </a:p>
          <a:p>
            <a:pPr/>
            <a:r>
              <a:rPr sz="1500"/>
              <a:t>insmod tek bir modülü, modprobe ise bağımlılıklarıyla birlikte yükler.</a:t>
            </a:r>
          </a:p>
          <a:p>
            <a:pPr/>
            <a:r>
              <a:rPr sz="1500"/>
              <a:t>Modül imzalama, Secure Boot açıkken imzasız modüllerin yüklenmesini engeller.</a:t>
            </a:r>
          </a:p>
          <a:p>
            <a:pPr/>
            <a:r>
              <a:rPr sz="1500"/>
              <a:t>Bir modül çekirdek sürümüne sıkı bağlıdır; çekirdek güncellendiğinde modülün yeniden derlenmesi gerekir.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Panik ve 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Kernel oops, çekirdekte yakalanan ama sistemi durdurmayan bir hatadır; ilgili süreç öldürülür.</a:t>
            </a:r>
          </a:p>
          <a:p>
            <a:pPr/>
            <a:r>
              <a:rPr sz="1500"/>
              <a:t>Kernel panic, devam edilemez bir hatadır ve sistem durdurulur.</a:t>
            </a:r>
          </a:p>
          <a:p>
            <a:pPr/>
            <a:r>
              <a:rPr sz="1500"/>
              <a:t>Panik anında yazmaç değerleri ve çağrı yığını (stack trace) basılır; teşhis bu çıktıya dayanır.</a:t>
            </a:r>
          </a:p>
          <a:p>
            <a:pPr/>
            <a:r>
              <a:rPr sz="1500"/>
              <a:t>kdump mekanizması panik anında bellek dökümünü yedek bir çekirdekle diske yazar.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Özet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Açılış zinciri ürün yazılımından önyükleyiciye, oradan çekirdeğe ve PID 1'e uzanır; her halka bir sonrakini yükler.</a:t>
            </a:r>
          </a:p>
          <a:p>
            <a:pPr/>
            <a:r>
              <a:rPr sz="1500"/>
              <a:t>initramfs, kök dosya sistemini okumak için gereken sürücülerin yumurta-tavuk problemini çözer.</a:t>
            </a:r>
          </a:p>
          <a:p>
            <a:pPr/>
            <a:r>
              <a:rPr sz="1500"/>
              <a:t>Sistem çağrısı, kullanıcı ile çekirdek arasındaki tek denetimli kapıdır ve pahalıdır.</a:t>
            </a:r>
          </a:p>
          <a:p>
            <a:pPr/>
            <a:r>
              <a:rPr sz="1500"/>
              <a:t>Monolitik mimari başarımı, mikroçekirdek hata yalıtımını önceler; gerçek sistemler ikisinin arasında durur.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Açılış Süreci ve Çekirdek Mimarileri</dc:title>
  <dc:subject>İşletim Sistemleri — Konu 15</dc:subject>
  <dc:creator>DOU-Synapse takımı</dc:creator>
  <cp:keywords/>
  <dc:description>sample_data/generate_material.py ile üretildi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