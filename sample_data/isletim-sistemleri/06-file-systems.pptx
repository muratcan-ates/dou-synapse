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Dosya Sistemleri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İşletim Sistemleri — Konu 6</a:t>
            </a:r>
          </a:p>
          <a:p>
            <a:r>
              <a:t>DOU-Synapse örnek ders materyali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Dosya Sistemi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Dosya sistemi, ikincil depolamadaki (disk) verinin dosya ve dizin (klasör) soyutlamasıyla organize edilmesini ve erişilmesini sağlayan işletim sistemi bileşenidir.</a:t>
            </a:r>
          </a:p>
          <a:p>
            <a:pPr>
              <a:defRPr sz="2000"/>
            </a:pPr>
            <a:r>
              <a:t>Her dosyanın metadata'sı vardır: ad, boyut, oluşturma/değiştirme zamanı, izinler, veri bloklarının disk üzerindeki konumu.</a:t>
            </a:r>
          </a:p>
          <a:p>
            <a:pPr>
              <a:defRPr sz="2000"/>
            </a:pPr>
            <a:r>
              <a:t>Bu metadata genellikle bir inode (Unix ailesi) veya dosya tablosu girdisinde (FAT) tutulur.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Dizin 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Düz (flat): tek seviyeli dizin, küçük sistemler için.</a:t>
            </a:r>
          </a:p>
          <a:p>
            <a:pPr>
              <a:defRPr sz="2000"/>
            </a:pPr>
            <a:r>
              <a:t>Ağaç yapısı (hiyerarşik): dizinler alt dizin içerebilir; modern sistemlerin standardı (ör. /home/kullanici/belgeler).</a:t>
            </a:r>
          </a:p>
          <a:p>
            <a:pPr>
              <a:defRPr sz="2000"/>
            </a:pPr>
            <a:r>
              <a:t>Yönlendirilmiş çevrimsiz graf (DAG): sabit bağlar (hard link) ile aynı dosyaya birden fazla dizin girdisinden erişim; sembolik bağlar (symlink) ise başka bir yola işaret eden ayrı bir dosyadır.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Dosya Tahsis Yöntemleri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Bitişik tahsis (contiguous): dosya diskte ardışık bloklarda tutulur; hızlı sıralı/rastgele erişim ama harici parçalanma (fragmentation) riski.</a:t>
            </a:r>
          </a:p>
          <a:p>
            <a:pPr>
              <a:defRPr sz="2000"/>
            </a:pPr>
            <a:r>
              <a:t>Bağlı liste (linked): her blok bir sonrakinin adresini tutar; parçalanma sorunu yok ama rastgele erişim yavaş (O(n) blok takibi).</a:t>
            </a:r>
          </a:p>
          <a:p>
            <a:pPr>
              <a:defRPr sz="2000"/>
            </a:pPr>
            <a:r>
              <a:t>İndeksli tahsis (indexed, ör. inode): bloğa değil, blok adreslerini tutan bir indeks bloğuna işaret edilir; hem sıralı hem rastgele erişim makul hızda.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inode Yapısı (Unix Ailesi)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Her dosyanın bir inode numarası vardır; dosya adı yalnızca dizin girdisinde inode numarasına eşlenir (bu yüzden aynı inode'a birden fazla ad/hard link bağlanabilir).</a:t>
            </a:r>
          </a:p>
          <a:p>
            <a:pPr>
              <a:defRPr sz="2000"/>
            </a:pPr>
            <a:r>
              <a:t>inode; sahip, izinler, boyut, zaman damgaları ve veri bloklarına işaret eden doğrudan + dolaylı (indirect) işaretçileri tutar.</a:t>
            </a:r>
          </a:p>
          <a:p>
            <a:pPr>
              <a:defRPr sz="2000"/>
            </a:pPr>
            <a:r>
              <a:t>Çok büyük dosyalar için çift ve üç kademeli dolaylı işaretçiler kullanılır; böylece sabit boyutlu bir inode ile çok büyük dosyalar adreslenebilir.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Boş Alan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Bit haritası (bitmap): her disk bloğu için 1 bit (dolu/boş); boş blok aramak hızlıdır, bellek ayak izi disk boyutuyla orantılıdır.</a:t>
            </a:r>
          </a:p>
          <a:p>
            <a:pPr>
              <a:defRPr sz="2000"/>
            </a:pPr>
            <a:r>
              <a:t>Bağlı liste: boş bloklar birbirine zincirlenir; ekstra bellek gerekmez ama büyük boş alan aramak yavaş olabilir.</a:t>
            </a:r>
          </a:p>
          <a:p>
            <a:pPr>
              <a:defRPr sz="2000"/>
            </a:pPr>
            <a:r>
              <a:t>Modern dosya sistemleri (ext4, NTFS) verimlilik için blok gruplarıyla ve extent tabanlı tahsisle bu yöntemleri birleştirir.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Özet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Dosya sistemi, dosya/dizin soyutlamasını disk bloklarına eşler; bu eşleme inode/FAT gibi metadata yapılarıyla tutulur.</a:t>
            </a:r>
          </a:p>
          <a:p>
            <a:pPr>
              <a:defRPr sz="2000"/>
            </a:pPr>
            <a:r>
              <a:t>Tahsis yöntemi seçimi (bitişik/bağlı/indeksli) sıralı ve rastgele erişim performansı arasında ödünleşim yaratır.</a:t>
            </a:r>
          </a:p>
          <a:p>
            <a:pPr>
              <a:defRPr sz="2000"/>
            </a:pPr>
            <a:r>
              <a:t>Boş alan yönetimi (bitmap/bağlı liste) yeni dosya yazma hızını belirler.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