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Süreçler Arası İletişim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İşletim Sistemleri — Konu 13</a:t>
            </a:r>
          </a:p>
          <a:p>
            <a:r>
              <a:t>DOU-Synapse örnek ders materyali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Neden Süreçler Arası İletişim?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Süreçler yalıtılmış adres uzaylarında çalışır; biri diğerinin değişkenini doğrudan okuyamaz.</a:t>
            </a:r>
          </a:p>
          <a:p>
            <a:pPr/>
            <a:r>
              <a:rPr sz="1500"/>
              <a:t>Bu yalıtım bir güvenlik özelliğidir, bir eksiklik değil; ama işbirliği yapan süreçlerin veri alışverişine ihtiyacı vardır.</a:t>
            </a:r>
          </a:p>
          <a:p>
            <a:pPr/>
            <a:r>
              <a:rPr sz="1500"/>
              <a:t>Süreçler arası iletişim (IPC), çekirdeğin denetiminde ve açıkça istenerek kurulan bir kanaldır.</a:t>
            </a:r>
          </a:p>
          <a:p>
            <a:pPr/>
            <a:r>
              <a:rPr sz="1500"/>
              <a:t>İki temel model vardır: mesaj geçirme ve paylaşımlı bellek.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İki Temel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Mesaj geçirme (message passing): veri çekirdek üzerinden kopyalanarak taşınır. Yalıtım korunur, senkronizasyon kanalın içindedir.</a:t>
            </a:r>
          </a:p>
          <a:p>
            <a:pPr/>
            <a:r>
              <a:rPr sz="1500"/>
              <a:t>Paylaşımlı bellek (shared memory): iki süreç aynı fiziksel sayfaları adres uzayına eşler. Kopyalama yoktur, en hızlı yöntemdir.</a:t>
            </a:r>
          </a:p>
          <a:p>
            <a:pPr/>
            <a:r>
              <a:rPr sz="1500"/>
              <a:t>Paylaşımlı bellekte senkronizasyon uygulamanın sorumluluğundadır; çekirdek yarış koşullarına karşı hiçbir garanti vermez.</a:t>
            </a:r>
          </a:p>
          <a:p>
            <a:pPr/>
            <a:r>
              <a:rPr sz="1500"/>
              <a:t>Seçim şu ödünleşimdir: hız mı, yoksa basitlik ve yalıtım mı.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Boru (Pipe)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Tek yönlü bir bayt akışıdır; bir uçtan yazılır, diğerinden okunur.</a:t>
            </a:r>
          </a:p>
          <a:p>
            <a:pPr/>
            <a:r>
              <a:rPr sz="1500"/>
              <a:t>pipe() çağrısı iki dosya tanıtıcısı döndürür: okuma ucu ve yazma ucu.</a:t>
            </a:r>
          </a:p>
          <a:p>
            <a:pPr/>
            <a:r>
              <a:rPr sz="1500"/>
              <a:t>Yalnız akraba süreçler arasında kullanılabilir, çünkü tanıtıcılar fork() ile miras alınır.</a:t>
            </a:r>
          </a:p>
          <a:p>
            <a:pPr/>
            <a:r>
              <a:rPr sz="1500"/>
              <a:t>Kabuktaki boru operatörü bu mekanizmayı kullanır: bir sürecin standart çıktısı diğerinin standart girdisine bağlanır.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Boru Davranışı ve Tuzakları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Boru tamponu doludur ve kimse okumuyorsa, yazan süreç bloke olur.</a:t>
            </a:r>
          </a:p>
          <a:p>
            <a:pPr/>
            <a:r>
              <a:rPr sz="1500"/>
              <a:t>Boru boştur ve yazma ucu açıksa, okuyan süreç bloke olur.</a:t>
            </a:r>
          </a:p>
          <a:p>
            <a:pPr/>
            <a:r>
              <a:rPr sz="1500"/>
              <a:t>Tüm yazma uçları kapandığında okuma dosya sonu (EOF) döndürür; kullanılmayan uçların kapatılması bu yüzden zorunludur.</a:t>
            </a:r>
          </a:p>
          <a:p>
            <a:pPr/>
            <a:r>
              <a:rPr sz="1500"/>
              <a:t>Okuma uçlarının hepsi kapalıyken yazan sürece SIGPIPE sinyali gönderilir; sinyal yakalanmazsa süreç sonlanır.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Adlandırılmış Boru (FIFO)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Dosya sisteminde bir isme sahip olan borudur; mkfifo ile oluşturulur.</a:t>
            </a:r>
          </a:p>
          <a:p>
            <a:pPr/>
            <a:r>
              <a:rPr sz="1500"/>
              <a:t>Akraba olmayan süreçler de aynı ismi açarak haberleşebilir.</a:t>
            </a:r>
          </a:p>
          <a:p>
            <a:pPr/>
            <a:r>
              <a:rPr sz="1500"/>
              <a:t>Dosya sisteminde görünür ama diskte veri tutmaz; içerik yalnız çekirdek tamponundadır.</a:t>
            </a:r>
          </a:p>
          <a:p>
            <a:pPr/>
            <a:r>
              <a:rPr sz="1500"/>
              <a:t>Açma çağrısı, karşı taraf da açana kadar bloke olur; bu bir randevu (rendezvous) davranışıdır.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Mesaj Kuyruğu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Çekirdekte tutulan, sınırlı boyutta ve mesaj sınırlarını koruyan bir kuyruktur.</a:t>
            </a:r>
          </a:p>
          <a:p>
            <a:pPr/>
            <a:r>
              <a:rPr sz="1500"/>
              <a:t>Borudan farkı, verinin bayt akışı değil ayrık mesajlar halinde taşınmasıdır; okuyan taraf mesajı böler bulmaz.</a:t>
            </a:r>
          </a:p>
          <a:p>
            <a:pPr/>
            <a:r>
              <a:rPr sz="1500"/>
              <a:t>POSIX mesaj kuyrukları mesajlara öncelik atanmasına izin verir; yüksek öncelikli mesaj kuyruğun önüne geçer.</a:t>
            </a:r>
          </a:p>
          <a:p>
            <a:pPr/>
            <a:r>
              <a:rPr sz="1500"/>
              <a:t>Gönderen ve alan sürecin aynı anda çalışıyor olması gerekmez; kuyruk bir tamponlama sağlar.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Paylaşımlı 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İki süreç aynı fiziksel sayfaları kendi sanal adres uzaylarına eşler.</a:t>
            </a:r>
          </a:p>
          <a:p>
            <a:pPr/>
            <a:r>
              <a:rPr sz="1500"/>
              <a:t>shm_open ile bir bellek nesnesi açılır, mmap ile adres uzayına bağlanır.</a:t>
            </a:r>
          </a:p>
          <a:p>
            <a:pPr/>
            <a:r>
              <a:rPr sz="1500"/>
              <a:t>Veri kopyalanmadığı için en yüksek verimi sunar; büyük veri blokları için tercih edilir.</a:t>
            </a:r>
          </a:p>
          <a:p>
            <a:pPr/>
            <a:r>
              <a:rPr sz="1500"/>
              <a:t>Sayfa iki süreçte farklı sanal adreslere düşebilir; bu yüzden bölgeye mutlak işaretçi yazmak hatalıdır, ofset kullanılmalıdır.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Paylaşımlı Bellekte Senkronizasyon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Çekirdek yalnız eşlemeyi kurar; kimin ne zaman yazacağına karışmaz.</a:t>
            </a:r>
          </a:p>
          <a:p>
            <a:pPr/>
            <a:r>
              <a:rPr sz="1500"/>
              <a:t>İki süreç aynı anda yazarsa sonuç tanımsızdır ve hata sessizce oluşur.</a:t>
            </a:r>
          </a:p>
          <a:p>
            <a:pPr/>
            <a:r>
              <a:rPr sz="1500"/>
              <a:t>Çözüm, paylaşımlı bölgenin içine ya da yanına konan bir senkronizasyon nesnesidir: adlandırılmış semafor veya süreçler arası paylaşılan mutex.</a:t>
            </a:r>
          </a:p>
          <a:p>
            <a:pPr/>
            <a:r>
              <a:rPr sz="1500"/>
              <a:t>Mutex'i paylaşımlı belleğe koyarken PTHREAD_PROCESS_SHARED özniteliği açılmalıdır; yoksa yalnız aynı süreç içindeki thread'ler için çalışır.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Sayaç tutan ve iki atomik işlem sunan senkronizasyon nesnesidir: wait (P) ve signal (V).</a:t>
            </a:r>
          </a:p>
          <a:p>
            <a:pPr/>
            <a:r>
              <a:rPr sz="1500"/>
              <a:t>İsimlendirilmiş semaforlar dosya sistemi benzeri bir isim uzayında yaşar ve akraba olmayan süreçlerce kullanılabilir.</a:t>
            </a:r>
          </a:p>
          <a:p>
            <a:pPr/>
            <a:r>
              <a:rPr sz="1500"/>
              <a:t>İkili (binary) semafor bir mutex gibi davranır; sayan (counting) semafor sınırlı sayıdaki kaynağı yönetir.</a:t>
            </a:r>
          </a:p>
          <a:p>
            <a:pPr/>
            <a:r>
              <a:rPr sz="1500"/>
              <a:t>Semafor sahiplik kavramı taşımaz: bir süreç kilidi alıp başka bir süreç bırakabilir. Mutex'ten en önemli farkı budur.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Sinyaller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Sinyal, bir sürece gönderilen asenkron bir bildirimdir; veri taşımaz, yalnız bir olayı haber verir.</a:t>
            </a:r>
          </a:p>
          <a:p>
            <a:pPr/>
            <a:r>
              <a:rPr sz="1500"/>
              <a:t>SIGINT klavyeden kesme, SIGSEGV geçersiz bellek erişimi, SIGCHLD çocuk sürecin durum değişikliğini bildirir.</a:t>
            </a:r>
          </a:p>
          <a:p>
            <a:pPr/>
            <a:r>
              <a:rPr sz="1500"/>
              <a:t>SIGKILL ve SIGSTOP yakalanamaz ve göz ardı edilemez; bu, sistemin bir süreci her durumda durdurabilmesini garanti eder.</a:t>
            </a:r>
          </a:p>
          <a:p>
            <a:pPr/>
            <a:r>
              <a:rPr sz="1500"/>
              <a:t>Sinyal işleyicisi içinde yalnız async-signal-safe işlevler çağrılabilir; printf veya malloc çağırmak tanımsız davranıştır.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Soketler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Soket, aynı makinede veya ağ üzerinden iletişim sağlayan tek tip bir arayüzdür.</a:t>
            </a:r>
          </a:p>
          <a:p>
            <a:pPr/>
            <a:r>
              <a:rPr sz="1500"/>
              <a:t>Unix domain soketleri yalnız yerel makinede çalışır ve ağ yığınını atladığı için TCP'den hızlıdır.</a:t>
            </a:r>
          </a:p>
          <a:p>
            <a:pPr/>
            <a:r>
              <a:rPr sz="1500"/>
              <a:t>Soketler dosya tanıtıcısı olarak temsil edilir; okuma, yazma ve seçme (select) çağrıları aynı şekilde kullanılır.</a:t>
            </a:r>
          </a:p>
          <a:p>
            <a:pPr/>
            <a:r>
              <a:rPr sz="1500"/>
              <a:t>Unix domain soketleri dosya tanıtıcısı ve süreç kimlik bilgisi aktarımı gibi yerel özel yetenekler de sunar.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Uzak Yordam Çağrısı (RPC)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RPC, ağ üzerinden yapılan bir çağrıyı yerel bir fonksiyon çağrısı gibi göstermeyi hedefler.</a:t>
            </a:r>
          </a:p>
          <a:p>
            <a:pPr/>
            <a:r>
              <a:rPr sz="1500"/>
              <a:t>İstemci tarafındaki vekil (stub) parametreleri paketler (marshalling), sunucu tarafındaki vekil açar.</a:t>
            </a:r>
          </a:p>
          <a:p>
            <a:pPr/>
            <a:r>
              <a:rPr sz="1500"/>
              <a:t>Soyutlama sızdırır: ağ gecikmesi, kısmi arıza ve yeniden deneme yerel çağrılarda bulunmayan sorunlardır.</a:t>
            </a:r>
          </a:p>
          <a:p>
            <a:pPr/>
            <a:r>
              <a:rPr sz="1500"/>
              <a:t>Bir yerel çağrı ya çalışır ya çökertir; bir RPC ayrıca sessizce kaybolabilir ve bu üçüncü olasılık tasarımı değiştirir.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Az Bir Kez ve En Fazla Bir Kez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Yanıt gelmeyen bir RPC yeniden gönderilirse, isteğin iki kez işlenmiş olma ihtimali vardır.</a:t>
            </a:r>
          </a:p>
          <a:p>
            <a:pPr/>
            <a:r>
              <a:rPr sz="1500"/>
              <a:t>En az bir kez (at-least-once) semantiği yeniden dener; işlem etkisiz-tekrarlı (idempotent) değilse sonuç bozulur.</a:t>
            </a:r>
          </a:p>
          <a:p>
            <a:pPr/>
            <a:r>
              <a:rPr sz="1500"/>
              <a:t>En fazla bir kez (at-most-once) semantiği isteklere kimlik verir ve sunucu tekrarları tanıyıp yok sayar.</a:t>
            </a:r>
          </a:p>
          <a:p>
            <a:pPr/>
            <a:r>
              <a:rPr sz="1500"/>
              <a:t>Bakiye artırma etkisiz-tekrarlı değildir; bakiyeyi belirli bir değere ayarlamak etkisiz-tekrarlıdır.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Yöntemlerin Karşılaştırması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| Yöntem | Yön | Kapsam | Kopya | Senkronizasyon |</a:t>
            </a:r>
          </a:p>
          <a:p>
            <a:pPr/>
            <a:r>
              <a:rPr sz="1500"/>
              <a:t>|---|---|---|---|---|</a:t>
            </a:r>
          </a:p>
          <a:p>
            <a:pPr/>
            <a:r>
              <a:rPr sz="1500"/>
              <a:t>| Boru | Tek yönlü | Akraba süreçler | Var | Kanalda |</a:t>
            </a:r>
          </a:p>
          <a:p>
            <a:pPr/>
            <a:r>
              <a:rPr sz="1500"/>
              <a:t>| FIFO | Tek yönlü | Aynı makine | Var | Kanalda |</a:t>
            </a:r>
          </a:p>
          <a:p>
            <a:pPr/>
            <a:r>
              <a:rPr sz="1500"/>
              <a:t>| Mesaj kuyruğu | Çift yönlü | Aynı makine | Var | Kanalda |</a:t>
            </a:r>
          </a:p>
          <a:p>
            <a:pPr/>
            <a:r>
              <a:rPr sz="1500"/>
              <a:t>| Paylaşımlı bellek | Çift yönlü | Aynı makine | Yok | Uygulamada |</a:t>
            </a:r>
          </a:p>
          <a:p>
            <a:pPr/>
            <a:r>
              <a:rPr sz="1500"/>
              <a:t>| Soket | Çift yönlü | Ağ dahil | Var | Kanalda |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Nasıl Seçilir?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Veri büyük ve gecikme kritikse paylaşımlı bellek; ama senkronizasyon yükünü üstlenmeye hazır olun.</a:t>
            </a:r>
          </a:p>
          <a:p>
            <a:pPr/>
            <a:r>
              <a:rPr sz="1500"/>
              <a:t>Süreçler farklı makinelerde olabilecekse baştan soket seçin; sonradan geçiş maliyetlidir.</a:t>
            </a:r>
          </a:p>
          <a:p>
            <a:pPr/>
            <a:r>
              <a:rPr sz="1500"/>
              <a:t>Basit bir üretici-tüketici zinciri için boru yeterlidir ve en az kodu gerektirir.</a:t>
            </a:r>
          </a:p>
          <a:p>
            <a:pPr/>
            <a:r>
              <a:rPr sz="1500"/>
              <a:t>Mesaj sınırları anlam taşıyorsa bayt akışı yerine mesaj kuyruğu kullanın; sınırı elle yeniden kurmak sık yapılan bir hatadır.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Yaygın Hatalar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Boruda kullanılmayan ucu kapatmamak: okuyan taraf EOF göremez ve süresiz bekler.</a:t>
            </a:r>
          </a:p>
          <a:p>
            <a:pPr/>
            <a:r>
              <a:rPr sz="1500"/>
              <a:t>Paylaşımlı bellekte kilit kullanmamak: hata seyrek görülür ve testte yakalanmaz.</a:t>
            </a:r>
          </a:p>
          <a:p>
            <a:pPr/>
            <a:r>
              <a:rPr sz="1500"/>
              <a:t>Sinyal işleyicisinde güvenli olmayan işlev çağırmak: çökme, çağrının hangi anda kesildiğine bağlıdır.</a:t>
            </a:r>
          </a:p>
          <a:p>
            <a:pPr/>
            <a:r>
              <a:rPr sz="1500"/>
              <a:t>Kaynakları temizlememek: adlandırılmış semafor ve paylaşımlı bellek nesneleri süreç bitse de sistemde kalır.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IPC, yalıtımı bilinçli ve denetimli biçimde delmenin yoludur.</a:t>
            </a:r>
          </a:p>
          <a:p>
            <a:pPr/>
            <a:r>
              <a:rPr sz="1500"/>
              <a:t>Mesaj geçirme yalıtımı korur ve senkronizasyonu kanala gömer; paylaşımlı bellek hızlıdır ama senkronizasyonu size bırakır.</a:t>
            </a:r>
          </a:p>
          <a:p>
            <a:pPr/>
            <a:r>
              <a:rPr sz="1500"/>
              <a:t>Sinyaller veri taşımaz, olay bildirir ve işleyici içinde yapılabilecekler çok kısıtlıdır.</a:t>
            </a:r>
          </a:p>
          <a:p>
            <a:pPr/>
            <a:r>
              <a:rPr sz="1500"/>
              <a:t>RPC yerel çağrı gibi görünür ama kısmi arıza ihtimali onu temelden farklı kılar.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Süreçler Arası İletişim</dc:title>
  <dc:subject>İşletim Sistemleri — Konu 13</dc:subject>
  <dc:creator>DOU-Synapse takımı</dc:creator>
  <cp:keywords/>
  <dc:description>sample_data/generate_material.py ile üretildi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