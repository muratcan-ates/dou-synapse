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Gerçek Zamanlı Zamanlama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İşletim Sistemleri — Konu 12</a:t>
            </a:r>
          </a:p>
          <a:p>
            <a:r>
              <a:t>DOU-Synapse örnek ders materyali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Gerçek Zamanlı Sistem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Gerçek zamanlı bir sistemde doğruluk yalnız sonucun değerine değil, sonucun ne zaman üretildiğine de bağlıdır.</a:t>
            </a:r>
          </a:p>
          <a:p>
            <a:pPr/>
            <a:r>
              <a:rPr sz="1500"/>
              <a:t>Doğru cevabı geç vermek, bu sistemlerde yanlış cevap vermekle eşdeğerdir.</a:t>
            </a:r>
          </a:p>
          <a:p>
            <a:pPr/>
            <a:r>
              <a:rPr sz="1500"/>
              <a:t>Hedef ortalama başarım değil, en kötü durumun öngörülebilirliğidir.</a:t>
            </a:r>
          </a:p>
          <a:p>
            <a:pPr/>
            <a:r>
              <a:rPr sz="1500"/>
              <a:t>Bir hava yastığı denetleyicisi ortalama 2 milisaniyede tepki veriyorsa bu bilgi yetmez; en kötü durumda kaç milisaniye sürdüğü gerekir.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Katı ve Yumuşak Gerçek Zaman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Katı (hard) gerçek zaman: bir son tarihin (deadline) kaçırılması sistem arızası sayılır. Uçuş kontrol, ABS freni, kalp pili.</a:t>
            </a:r>
          </a:p>
          <a:p>
            <a:pPr/>
            <a:r>
              <a:rPr sz="1500"/>
              <a:t>Yumuşak (soft) gerçek zaman: son tarih kaçırıldığında hizmet kalitesi düşer ama sistem çalışmaya devam eder. Video oynatma, ses akışı.</a:t>
            </a:r>
          </a:p>
          <a:p>
            <a:pPr/>
            <a:r>
              <a:rPr sz="1500"/>
              <a:t>Sağlam (firm) gerçek zaman: geciken sonucun değeri sıfırdır ama sistem arızalanmaz; geç gelen kare atılır.</a:t>
            </a:r>
          </a:p>
          <a:p>
            <a:pPr/>
            <a:r>
              <a:rPr sz="1500"/>
              <a:t>Bu ayrım tasarımı belirler: katı sistemlerde en kötü durum matematiksel olarak kanıtlanmak zorundadır.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Temel Kavramlar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Periyot (T): görevin ne sıklıkla tekrar çalıştırılacağı.</a:t>
            </a:r>
          </a:p>
          <a:p>
            <a:pPr/>
            <a:r>
              <a:rPr sz="1500"/>
              <a:t>Hesaplama süresi (C): görevin en kötü durumda ihtiyaç duyduğu CPU süresi (WCET).</a:t>
            </a:r>
          </a:p>
          <a:p>
            <a:pPr/>
            <a:r>
              <a:rPr sz="1500"/>
              <a:t>Son tarih (D): görevin tamamlanması gereken an. Çoğu modelde D = T varsayılır.</a:t>
            </a:r>
          </a:p>
          <a:p>
            <a:pPr/>
            <a:r>
              <a:rPr sz="1500"/>
              <a:t>Kullanım oranı (utilization): U = C / T. Toplam kullanım, tüm görevlerin oranlarının toplamıdır.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Kötü Durum Yürütme Süresi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WCET (Worst-Case Execution Time), bir görevin herhangi bir girdi ve herhangi bir donanım durumunda alabileceği en uzun süredir.</a:t>
            </a:r>
          </a:p>
          <a:p>
            <a:pPr/>
            <a:r>
              <a:rPr sz="1500"/>
              <a:t>Ölçümle bulunan en büyük değer WCET değildir; ölçülmemiş bir yol daha uzun olabilir.</a:t>
            </a:r>
          </a:p>
          <a:p>
            <a:pPr/>
            <a:r>
              <a:rPr sz="1500"/>
              <a:t>Statik analiz kodun tüm yollarını inceler ama önbellek ve dallanma tahmini yüzünden karamsar sonuç verir.</a:t>
            </a:r>
          </a:p>
          <a:p>
            <a:pPr/>
            <a:r>
              <a:rPr sz="1500"/>
              <a:t>Önbellek, boru hattı ve spekülatif yürütme WCET analizini zorlaştırır; katı gerçek zamanlı sistemlerde bazen bu özellikler kapatılır.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Zamanlanabilirlik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Soru şudur: verilen görev kümesi, verilen algoritmayla tüm son tarihleri karşılayabilir mi?</a:t>
            </a:r>
          </a:p>
          <a:p>
            <a:pPr/>
            <a:r>
              <a:rPr sz="1500"/>
              <a:t>Analiz çalıştırmadan önce, tasarım zamanında yapılır; test etmek yeterli değildir çünkü en kötü durum testte hiç oluşmayabilir.</a:t>
            </a:r>
          </a:p>
          <a:p>
            <a:pPr/>
            <a:r>
              <a:rPr sz="1500"/>
              <a:t>Gerekli koşul her zaman U ≤ 1'dir: toplam talep CPU'nun sunabileceğinden fazlaysa hiçbir algoritma kurtaramaz.</a:t>
            </a:r>
          </a:p>
          <a:p>
            <a:pPr/>
            <a:r>
              <a:rPr sz="1500"/>
              <a:t>U ≤ 1 yeterli koşul değildir; algoritmaya göre daha dar sınırlar geçerlidir.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Monotonic (RM)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Statik öncelikli bir algoritmadır: öncelik bir kez atanır ve çalışma boyunca değişmez.</a:t>
            </a:r>
          </a:p>
          <a:p>
            <a:pPr/>
            <a:r>
              <a:rPr sz="1500"/>
              <a:t>Kural basittir: periyodu kısa olan görevin önceliği yüksektir.</a:t>
            </a:r>
          </a:p>
          <a:p>
            <a:pPr/>
            <a:r>
              <a:rPr sz="1500"/>
              <a:t>Kesmeli (preemptive) çalışır; yüksek öncelikli bir görev hazır olduğunda çalışan görevi keser.</a:t>
            </a:r>
          </a:p>
          <a:p>
            <a:pPr/>
            <a:r>
              <a:rPr sz="1500"/>
              <a:t>Statik öncelikli algoritmalar arasında optimaldir: RM ile zamanlanamayan bir küme, hiçbir sabit öncelik ataması ile zamanlanamaz.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 Kullanım Sınırı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Liu ve Layland sınırı: n görev için U ≤ n × (2^(1/n) − 1) ise küme kesinlikle zamanlanabilir.</a:t>
            </a:r>
          </a:p>
          <a:p>
            <a:pPr/>
            <a:r>
              <a:rPr sz="1500"/>
              <a:t>n = 1 için sınır 1.000, n = 2 için 0.828, n = 3 için 0.780'dir.</a:t>
            </a:r>
          </a:p>
          <a:p>
            <a:pPr/>
            <a:r>
              <a:rPr sz="1500"/>
              <a:t>n sonsuza giderken sınır ln 2 ≈ 0.693'e yakınsar.</a:t>
            </a:r>
          </a:p>
          <a:p>
            <a:pPr/>
            <a:r>
              <a:rPr sz="1500"/>
              <a:t>Bu bir yeterli koşuldur, gerekli koşul değil: sınırın üstündeki bir küme yine de zamanlanabilir olabilir ve bunun için tam analiz gerekir.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Earliest Deadline First (EDF)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Dinamik öncelikli bir algoritmadır: öncelik her an değişir.</a:t>
            </a:r>
          </a:p>
          <a:p>
            <a:pPr/>
            <a:r>
              <a:rPr sz="1500"/>
              <a:t>Kural: son tarihi en yakın olan görev çalışır.</a:t>
            </a:r>
          </a:p>
          <a:p>
            <a:pPr/>
            <a:r>
              <a:rPr sz="1500"/>
              <a:t>Tek işlemcide optimaldir; U ≤ 1 olan her görev kümesini zamanlayabilir.</a:t>
            </a:r>
          </a:p>
          <a:p>
            <a:pPr/>
            <a:r>
              <a:rPr sz="1500"/>
              <a:t>RM'in yüzde 69'luk sınırına karşılık EDF işlemciyi yüzde yüze kadar kullanabilir.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 ile EDF Karşılaştırması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| Ölçüt | Rate Monotonic | EDF |</a:t>
            </a:r>
          </a:p>
          <a:p>
            <a:pPr/>
            <a:r>
              <a:rPr sz="1500"/>
              <a:t>|---|---|---|</a:t>
            </a:r>
          </a:p>
          <a:p>
            <a:pPr/>
            <a:r>
              <a:rPr sz="1500"/>
              <a:t>| Öncelik | Statik | Dinamik |</a:t>
            </a:r>
          </a:p>
          <a:p>
            <a:pPr/>
            <a:r>
              <a:rPr sz="1500"/>
              <a:t>| Kullanım sınırı | ~%69 (n büyükken) | %100 |</a:t>
            </a:r>
          </a:p>
          <a:p>
            <a:pPr/>
            <a:r>
              <a:rPr sz="1500"/>
              <a:t>| Çalışma zamanı maliyeti | Düşük | Daha yüksek |</a:t>
            </a:r>
          </a:p>
          <a:p>
            <a:pPr/>
            <a:r>
              <a:rPr sz="1500"/>
              <a:t>| Aşırı yükte davranış | Öngörülebilir: düşük öncelikli kaçırır | Domino etkisi: çok sayıda görev kaçırır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Aşırı Yük Davranışı Neden Önemli?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RM aşırı yükte hangi görevin kaçıracağını önceden söyler: en düşük öncelikli olan.</a:t>
            </a:r>
          </a:p>
          <a:p>
            <a:pPr/>
            <a:r>
              <a:rPr sz="1500"/>
              <a:t>EDF aşırı yükte kontrolsüzdür; bir görev son tarihini kaçırınca diğerlerini de geciktirir ve zincirleme kaçırma oluşur.</a:t>
            </a:r>
          </a:p>
          <a:p>
            <a:pPr/>
            <a:r>
              <a:rPr sz="1500"/>
              <a:t>Kritik ve kritik olmayan görevlerin karıştığı sistemlerde bu davranış farkı RM'i güvenli kılar.</a:t>
            </a:r>
          </a:p>
          <a:p>
            <a:pPr/>
            <a:r>
              <a:rPr sz="1500"/>
              <a:t>Bu yüzden havacılık ve otomotiv standartları çoğunlukla statik öncelikli zamanlamayı tercih eder.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Öncelik Tersine Dönmesi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Yüksek öncelikli bir görev, düşük öncelikli bir görevin elindeki kilidi beklerken bloke olur.</a:t>
            </a:r>
          </a:p>
          <a:p>
            <a:pPr/>
            <a:r>
              <a:rPr sz="1500"/>
              <a:t>Bu tek başına kaçınılmazdır ve sınırlı (bounded) tersine dönme olarak adlandırılır.</a:t>
            </a:r>
          </a:p>
          <a:p>
            <a:pPr/>
            <a:r>
              <a:rPr sz="1500"/>
              <a:t>Asıl sorun, araya giren orta öncelikli bir görevin düşük öncelikliyi kesmesidir.</a:t>
            </a:r>
          </a:p>
          <a:p>
            <a:pPr/>
            <a:r>
              <a:rPr sz="1500"/>
              <a:t>O anda yüksek öncelikli görev, kendisiyle hiç kaynak paylaşmayan orta öncelikli bir görevi dolaylı olarak beklemeye başlar: sınırsız (unbounded) tersine dönme.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Mars Pathfinder Örneği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1997'de Mars yüzeyindeki Pathfinder aracı tekrar tekrar kendini yeniden başlattı.</a:t>
            </a:r>
          </a:p>
          <a:p>
            <a:pPr/>
            <a:r>
              <a:rPr sz="1500"/>
              <a:t>Sebep sınırsız öncelik tersine dönmesiydi: yüksek öncelikli veri yolu görevi, düşük öncelikli meteoroloji görevinin tuttuğu mutex'i bekliyordu.</a:t>
            </a:r>
          </a:p>
          <a:p>
            <a:pPr/>
            <a:r>
              <a:rPr sz="1500"/>
              <a:t>Araya giren orta öncelikli iletişim görevi meteoroloji görevini keserek kilidin bırakılmasını geciktirdi.</a:t>
            </a:r>
          </a:p>
          <a:p>
            <a:pPr/>
            <a:r>
              <a:rPr sz="1500"/>
              <a:t>Gözcü zamanlayıcı (watchdog) son tarihin kaçırıldığını görüp sistemi sıfırladı; hata yer testlerinde de görülmüş ama nadir olduğu için göz ardı edilmişti.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Öncelik Kalıtımı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Öncelik kalıtımı (priority inheritance) protokolünde, bir kilidi tutan görev o kilidi bekleyen en yüksek öncelikli görevin önceliğini geçici olarak devralır.</a:t>
            </a:r>
          </a:p>
          <a:p>
            <a:pPr/>
            <a:r>
              <a:rPr sz="1500"/>
              <a:t>Böylece orta öncelikli görevler araya giremez ve tersine dönme süresi sınırlanır.</a:t>
            </a:r>
          </a:p>
          <a:p>
            <a:pPr/>
            <a:r>
              <a:rPr sz="1500"/>
              <a:t>Kilit bırakıldığında görev kendi özgün önceliğine geri döner.</a:t>
            </a:r>
          </a:p>
          <a:p>
            <a:pPr/>
            <a:r>
              <a:rPr sz="1500"/>
              <a:t>Pathfinder'daki düzeltme buydu: ilgili mutex için öncelik kalıtımı bayrağı uzaktan açıldı.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Öncelik Tavanı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Öncelik tavanı (priority ceiling) protokolünde her kaynağa, o kaynağı kullanabilecek en yüksek öncelikli görevin önceliği atanır.</a:t>
            </a:r>
          </a:p>
          <a:p>
            <a:pPr/>
            <a:r>
              <a:rPr sz="1500"/>
              <a:t>Bir görev kaynağı aldığında önceliği doğrudan tavan değerine yükselir.</a:t>
            </a:r>
          </a:p>
          <a:p>
            <a:pPr/>
            <a:r>
              <a:rPr sz="1500"/>
              <a:t>Kalıtımdan farkı, yükselmenin bekleyen biri olmasa da gerçekleşmesidir.</a:t>
            </a:r>
          </a:p>
          <a:p>
            <a:pPr/>
            <a:r>
              <a:rPr sz="1500"/>
              <a:t>Yan faydası kilitlenmeyi (deadlock) yapısal olarak engellemesidir; kilitler her zaman aynı sırayla alınmış olur.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Zamanlayıcı Gecikmesi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Gerçek zamanlı bir sistemde ölçülen gecikme yalnız kuyrukta bekleme değildir.</a:t>
            </a:r>
          </a:p>
          <a:p>
            <a:pPr/>
            <a:r>
              <a:rPr sz="1500"/>
              <a:t>Kesme gecikmesi: kesmenin gelmesiyle işleyicinin başlaması arasındaki süre.</a:t>
            </a:r>
          </a:p>
          <a:p>
            <a:pPr/>
            <a:r>
              <a:rPr sz="1500"/>
              <a:t>Zamanlayıcı gönderme (dispatch) gecikmesi: zamanlayıcının çalışan görevi durdurup yenisini başlatması.</a:t>
            </a:r>
          </a:p>
          <a:p>
            <a:pPr/>
            <a:r>
              <a:rPr sz="1500"/>
              <a:t>Çekirdeğin kesmeleri kapattığı en uzun kritik bölge, tüm sistemin en kötü durum gecikmesine doğrudan eklenir.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Kesmeli Çekirdek İhtiyacı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Geleneksel çekirdekler sistem çağrısı işlenirken kesilemez; bu, yüksek öncelikli bir görevin çekirdeğin işini bitirmesini beklemesi demektir.</a:t>
            </a:r>
          </a:p>
          <a:p>
            <a:pPr/>
            <a:r>
              <a:rPr sz="1500"/>
              <a:t>Gerçek zamanlı çekirdekler kesme noktaları (preemption points) ekler ya da tümüyle kesmeli hale getirilir.</a:t>
            </a:r>
          </a:p>
          <a:p>
            <a:pPr/>
            <a:r>
              <a:rPr sz="1500"/>
              <a:t>Linux PREEMPT_RT yaması bu amaçla spinlock'ların büyük kısmını uyuyabilir kilitlere çevirir.</a:t>
            </a:r>
          </a:p>
          <a:p>
            <a:pPr/>
            <a:r>
              <a:rPr sz="1500"/>
              <a:t>Ölçüt tek bir sayıdır: en kötü durum zamanlama gecikmesi ve onun ne kadar sıkı sınırlandığı.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Periyodik Olmayan Görevler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Gerçek sistemlerde her görev periyodik değildir; kullanıcı girdisi ve arıza sinyalleri düzensiz gelir.</a:t>
            </a:r>
          </a:p>
          <a:p>
            <a:pPr/>
            <a:r>
              <a:rPr sz="1500"/>
              <a:t>Aperiyodik görevler için bir sunucu görevi (server task) tanımlanır ve ona sabit bir bütçe verilir.</a:t>
            </a:r>
          </a:p>
          <a:p>
            <a:pPr/>
            <a:r>
              <a:rPr sz="1500"/>
              <a:t>Poller server, periyodunun başında bütçesini harcar ve iş yoksa bütçeyi kaybeder.</a:t>
            </a:r>
          </a:p>
          <a:p>
            <a:pPr/>
            <a:r>
              <a:rPr sz="1500"/>
              <a:t>Deferrable server bütçesini saklayabilir; tepki süresi iyileşir ama zamanlanabilirlik analizi karmaşıklaşır.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Gerçek zaman hız değil öngörülebilirlik demektir; ölçüt ortalama değil en kötü durumdur.</a:t>
            </a:r>
          </a:p>
          <a:p>
            <a:pPr/>
            <a:r>
              <a:rPr sz="1500"/>
              <a:t>RM statik önceliklidir, sınırı yaklaşık yüzde 69'dur ve aşırı yükte davranışı öngörülebilirdir.</a:t>
            </a:r>
          </a:p>
          <a:p>
            <a:pPr/>
            <a:r>
              <a:rPr sz="1500"/>
              <a:t>EDF dinamik önceliklidir, işlemciyi tam kullanır ama aşırı yükte domino etkisi gösterir.</a:t>
            </a:r>
          </a:p>
          <a:p>
            <a:pPr/>
            <a:r>
              <a:rPr sz="1500"/>
              <a:t>Paylaşılan kaynak varsa öncelik kalıtımı veya öncelik tavanı protokolü olmadan hiçbir analiz geçerli değildir.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Gerçek Zamanlı Zamanlama</dc:title>
  <dc:subject>İşletim Sistemleri — Konu 12</dc:subject>
  <dc:creator>DOU-Synapse takımı</dc:creator>
  <cp:keywords/>
  <dc:description>sample_data/generate_material.py ile üretildi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